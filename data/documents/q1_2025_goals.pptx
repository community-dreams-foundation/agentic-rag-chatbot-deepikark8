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TechCorp Q1 2025 Goals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Objectives and Key Results</a:t>
            </a:r>
          </a:p>
          <a:p>
            <a:r>
              <a:t>Presented: January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Revenue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Target Revenue: $3.2 Million</a:t>
            </a:r>
          </a:p>
          <a:p>
            <a:pPr lvl="1"/>
            <a:r>
              <a:t>New Customer Acquisition: 100 companies</a:t>
            </a:r>
          </a:p>
          <a:p>
            <a:pPr lvl="1"/>
            <a:r>
              <a:t>Average Deal Size: $15,000</a:t>
            </a:r>
          </a:p>
          <a:p>
            <a:pPr lvl="1"/>
            <a:r>
              <a:t>Upsells from Existing Customers: $500,000</a:t>
            </a:r>
          </a:p>
          <a:p>
            <a:pPr lvl="1"/>
            <a:r>
              <a:t>Renewal Rate Target: 95%</a:t>
            </a:r>
          </a:p>
          <a:p>
            <a:pPr lvl="1"/>
            <a:r>
              <a:t>Churn Reduction: From 8% to 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Assistant Launch - March 15,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pPr lvl="1"/>
            <a:r>
              <a:t>Natural language interface across all products</a:t>
            </a:r>
          </a:p>
          <a:p>
            <a:pPr lvl="1"/>
            <a:r>
              <a:t>Voice command support (English, Spanish, French)</a:t>
            </a:r>
          </a:p>
          <a:p>
            <a:pPr lvl="1"/>
            <a:r>
              <a:t>Multi-language support (10 languages total)</a:t>
            </a:r>
          </a:p>
          <a:p>
            <a:pPr lvl="1"/>
            <a:r>
              <a:t>Context-aware suggestions</a:t>
            </a:r>
          </a:p>
          <a:p>
            <a:pPr lvl="1"/>
            <a:r>
              <a:t>Integration with existing workflows</a:t>
            </a:r>
          </a:p>
          <a:p>
            <a:pPr lvl="1"/>
            <a:r>
              <a:t>Mobile app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2025 Hiring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New Hires: 20 positions</a:t>
            </a:r>
          </a:p>
          <a:p>
            <a:pPr lvl="1"/>
            <a:r>
              <a:t>Engineering: 10 positions</a:t>
            </a:r>
          </a:p>
          <a:p>
            <a:pPr lvl="2"/>
            <a:r>
              <a:t>  - 4 Backend Engineers</a:t>
            </a:r>
          </a:p>
          <a:p>
            <a:pPr lvl="2"/>
            <a:r>
              <a:t>  - 3 ML Engineers</a:t>
            </a:r>
          </a:p>
          <a:p>
            <a:pPr lvl="2"/>
            <a:r>
              <a:t>  - 2 Frontend Engineers</a:t>
            </a:r>
          </a:p>
          <a:p>
            <a:pPr lvl="2"/>
            <a:r>
              <a:t>  - 1 DevOps Engineer</a:t>
            </a:r>
          </a:p>
          <a:p>
            <a:pPr lvl="1"/>
            <a:r>
              <a:t>Sales: 5 positions</a:t>
            </a:r>
          </a:p>
          <a:p>
            <a:pPr lvl="2"/>
            <a:r>
              <a:t>  - 3 Account Executives</a:t>
            </a:r>
          </a:p>
          <a:p>
            <a:pPr lvl="2"/>
            <a:r>
              <a:t>  - 2 Sales Development Reps</a:t>
            </a:r>
          </a:p>
          <a:p>
            <a:pPr lvl="1"/>
            <a:r>
              <a:t>Customer Success: 3 positions</a:t>
            </a:r>
          </a:p>
          <a:p>
            <a:pPr lvl="1"/>
            <a:r>
              <a:t>Marketing: 2 positions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Initiatives 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Budget: $1.2 Million</a:t>
            </a:r>
          </a:p>
          <a:p>
            <a:pPr lvl="1"/>
            <a:r>
              <a:t>AI Revolution Campaign - Launch of new features</a:t>
            </a:r>
          </a:p>
          <a:p>
            <a:pPr lvl="1"/>
            <a:r>
              <a:t>Content Marketing: 50 blog posts, 10 whitepapers</a:t>
            </a:r>
          </a:p>
          <a:p>
            <a:pPr lvl="1"/>
            <a:r>
              <a:t>Event Sponsorships: 3 major tech conferences</a:t>
            </a:r>
          </a:p>
          <a:p>
            <a:pPr lvl="1"/>
            <a:r>
              <a:t>Webinar Series: Weekly product demonstrations</a:t>
            </a:r>
          </a:p>
          <a:p>
            <a:pPr lvl="1"/>
            <a:r>
              <a:t>Influencer Partnerships: 10 tech influencers</a:t>
            </a:r>
          </a:p>
          <a:p>
            <a:pPr lvl="1"/>
            <a:r>
              <a:t>Expected Results: 5,000 new leads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Measuring Our Progress:</a:t>
            </a:r>
          </a:p>
          <a:p>
            <a:pPr lvl="1"/>
            <a:r>
              <a:t>Monthly Recurring Revenue (MRR): $2.8M → $3.5M</a:t>
            </a:r>
          </a:p>
          <a:p>
            <a:pPr lvl="1"/>
            <a:r>
              <a:t>Customer Count: 450 → 550</a:t>
            </a:r>
          </a:p>
          <a:p>
            <a:pPr lvl="1"/>
            <a:r>
              <a:t>Net Promoter Score: 72 → 80</a:t>
            </a:r>
          </a:p>
          <a:p>
            <a:pPr lvl="1"/>
            <a:r>
              <a:t>Customer Satisfaction: 4.8 → 4.9</a:t>
            </a:r>
          </a:p>
          <a:p>
            <a:pPr lvl="1"/>
            <a:r>
              <a:t>Employee Count: 62 → 82</a:t>
            </a:r>
          </a:p>
          <a:p>
            <a:pPr lvl="1"/>
            <a:r>
              <a:t>Product Feature Releases: 15 new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